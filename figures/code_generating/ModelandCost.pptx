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AEEA-6B40-4458-8A08-467AE42D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F3E34-FBAF-44DC-A157-DC4989AFA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76734-BEE9-42BB-B816-08902194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D407D-6399-4C29-8340-AB105336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098B-2358-45EA-A9D0-ED841AE7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6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95CA-D0D8-4A31-A717-4A39DA35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AD14-9358-4F8C-8484-50D4EEF29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8F46-8124-4F86-B6AB-DA8438CA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AB74-927E-404E-8187-F4143D9A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9D21-2009-4C0C-9C18-BB44C78E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3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BA23-3C1B-4B8E-AF6D-23097294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7A7A0-B50E-4CD0-8D64-64824AFB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FFAA-3C07-4196-8ACB-D2DD9C24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7123-8CA8-4BF5-AB65-8D9E138A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B813E-9C81-4D0F-8C84-87CD5806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2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6450-0B01-4DD0-B169-9DC82C75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F972-8817-4A79-8187-A95B22B8C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C9C55-0809-4DDA-9EB6-CF4A73066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5024D-39A5-4BF0-A106-55B1FE1D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A4DEB-DBEA-44C2-8459-2946BC48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8BB6E-6D2A-43FD-BB4E-56FE02FD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5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DE45-DA1F-4711-9165-AEDA8098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0E152-A6AC-439A-B109-5CAB8A005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7F739-3135-42AC-8362-55E8DBE28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36C53-7C03-4657-9C37-C485096E7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056AE-68FE-4BAC-BF27-E6FF30C82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49E07-2BDD-447C-9FB1-B24F1055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5B8B5-C98C-4EAF-8B81-671D63DC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FBA4C-5F4B-4179-A1D2-D74900A3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6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82DE-396F-4B70-B19A-907421E19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23696-E1DF-4925-9D27-8B05935B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8F6DB-49D7-4BAF-BD22-0BC59B3C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18229-8884-4724-B3D6-7D616C2C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4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7833D-988F-498F-BB48-A1804220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90F23-CF01-4C66-8CEE-AEFD79B1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340EF-323F-4E48-ABCD-E285F6B2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19CE-7EAC-4B0F-8FAE-28B45F81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9BA36-1AA5-4BC0-8B12-45D9FECC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526D5-453B-4D59-B012-9D00232A8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C4277-BD7A-4F24-B9FF-17011070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6374B-0327-4088-A2B5-1FB2F5B2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B1912-96C0-4F4C-87A9-5A996BA9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3647-86FB-475A-B619-5ED724FF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C0619-B99A-4A1E-A8F6-B29AD78F4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CED42-6B7F-4AED-AE92-67DB67189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40E8-63A3-486B-9FA0-367FE607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B0261-2749-461C-9A25-6860DEE8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8D887-25FB-4240-9026-8F0C472F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3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86A0-B2EC-4970-A9F8-084D05EB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A37AF-1E2E-4404-9BEF-E1476E2DF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6FDD-ADF2-4B65-BFF1-C677367A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1BE9-F8F1-4318-8180-9EEC4AFD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1458-7311-4205-BB23-FB6921B6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0CA87-DD34-4288-93A1-A17F378F1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9B0CC-5F6F-4D9B-87D8-31B023E76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EA679-BAFE-4B94-8799-F7CFF9BB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765FA-547E-499C-8DB5-33778660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31D26-039B-427C-951F-DF8CD39D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5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BAA87-1920-4D78-B796-41BD6C1E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6560C-91AF-4BF6-A303-44EBA33EC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3D2BB-809E-4F37-89F2-3C32FCBB4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D92FF-8289-40E8-BAD7-A8D4E01E2EA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4EA24-8B4A-4434-A9A9-6F8E9226F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4CBDD-BCE8-4B7C-BEF3-AE4B6D252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BC485-360D-4E91-AFCF-0DB83D36E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3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FF2C-BBFC-4B15-B7E3-03B885B7C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465BF-14C7-4031-8A25-A02A0189C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2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C51DE-B07B-4C32-8CF0-3186F8767DDF}"/>
              </a:ext>
            </a:extLst>
          </p:cNvPr>
          <p:cNvSpPr/>
          <p:nvPr/>
        </p:nvSpPr>
        <p:spPr>
          <a:xfrm>
            <a:off x="135658" y="406957"/>
            <a:ext cx="1316334" cy="10952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EMG Data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(64x20)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56D33B-CF1A-4CF4-8B29-F0A54248F3E9}"/>
              </a:ext>
            </a:extLst>
          </p:cNvPr>
          <p:cNvCxnSpPr/>
          <p:nvPr/>
        </p:nvCxnSpPr>
        <p:spPr>
          <a:xfrm>
            <a:off x="1547440" y="934495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46449A7-93E1-42C4-800C-DF5435917E2F}"/>
              </a:ext>
            </a:extLst>
          </p:cNvPr>
          <p:cNvSpPr/>
          <p:nvPr/>
        </p:nvSpPr>
        <p:spPr>
          <a:xfrm>
            <a:off x="1992904" y="406957"/>
            <a:ext cx="1396720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Conv2D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128 x (3x3)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02FAC8-4388-49E8-B0D8-0C1920BD35D6}"/>
              </a:ext>
            </a:extLst>
          </p:cNvPr>
          <p:cNvCxnSpPr>
            <a:cxnSpLocks/>
          </p:cNvCxnSpPr>
          <p:nvPr/>
        </p:nvCxnSpPr>
        <p:spPr>
          <a:xfrm flipV="1">
            <a:off x="3451586" y="967987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7CFDA0-B9C5-4AF9-888F-B2C6BC7D0674}"/>
              </a:ext>
            </a:extLst>
          </p:cNvPr>
          <p:cNvSpPr txBox="1"/>
          <p:nvPr/>
        </p:nvSpPr>
        <p:spPr>
          <a:xfrm>
            <a:off x="3351103" y="49571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D25FCD-9F1C-4B17-927D-A31FB2904EA5}"/>
              </a:ext>
            </a:extLst>
          </p:cNvPr>
          <p:cNvSpPr/>
          <p:nvPr/>
        </p:nvSpPr>
        <p:spPr>
          <a:xfrm>
            <a:off x="4144920" y="445471"/>
            <a:ext cx="988055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Batch Norm +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Drop Out (0.3)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E959AC-A17C-41E3-8192-C12456C46726}"/>
              </a:ext>
            </a:extLst>
          </p:cNvPr>
          <p:cNvSpPr/>
          <p:nvPr/>
        </p:nvSpPr>
        <p:spPr>
          <a:xfrm>
            <a:off x="1114534" y="2253139"/>
            <a:ext cx="1508927" cy="109527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Pool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(3x3)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A78F8-918E-44ED-A85D-B3A77A59FE39}"/>
              </a:ext>
            </a:extLst>
          </p:cNvPr>
          <p:cNvSpPr/>
          <p:nvPr/>
        </p:nvSpPr>
        <p:spPr>
          <a:xfrm>
            <a:off x="3115687" y="2243426"/>
            <a:ext cx="753615" cy="109527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Flatten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D876AD-65AD-4C40-875E-A61B91E8FB49}"/>
              </a:ext>
            </a:extLst>
          </p:cNvPr>
          <p:cNvSpPr/>
          <p:nvPr/>
        </p:nvSpPr>
        <p:spPr>
          <a:xfrm>
            <a:off x="4360574" y="2218648"/>
            <a:ext cx="1000604" cy="10952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Dense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(128)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6945D-3197-4D7A-BFF6-78402A099613}"/>
              </a:ext>
            </a:extLst>
          </p:cNvPr>
          <p:cNvCxnSpPr>
            <a:cxnSpLocks/>
          </p:cNvCxnSpPr>
          <p:nvPr/>
        </p:nvCxnSpPr>
        <p:spPr>
          <a:xfrm flipV="1">
            <a:off x="5461661" y="2799775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67A90F-9D80-4781-9DF4-C91B1F8A476B}"/>
              </a:ext>
            </a:extLst>
          </p:cNvPr>
          <p:cNvSpPr txBox="1"/>
          <p:nvPr/>
        </p:nvSpPr>
        <p:spPr>
          <a:xfrm>
            <a:off x="5361178" y="232750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A4A6E-3B07-4ADD-A917-FF156603C735}"/>
              </a:ext>
            </a:extLst>
          </p:cNvPr>
          <p:cNvSpPr/>
          <p:nvPr/>
        </p:nvSpPr>
        <p:spPr>
          <a:xfrm>
            <a:off x="3852251" y="3974301"/>
            <a:ext cx="1508927" cy="10952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Dense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(2*)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AFC088-E52F-4F9C-87FF-E3DCFA75FAF7}"/>
              </a:ext>
            </a:extLst>
          </p:cNvPr>
          <p:cNvCxnSpPr>
            <a:cxnSpLocks/>
          </p:cNvCxnSpPr>
          <p:nvPr/>
        </p:nvCxnSpPr>
        <p:spPr>
          <a:xfrm flipV="1">
            <a:off x="5501592" y="4337773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85F812E-574F-42BE-98AA-8E93AC764C28}"/>
              </a:ext>
            </a:extLst>
          </p:cNvPr>
          <p:cNvSpPr txBox="1"/>
          <p:nvPr/>
        </p:nvSpPr>
        <p:spPr>
          <a:xfrm>
            <a:off x="5404345" y="388386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A52C2D-68F5-456D-86E5-8E2456C4B636}"/>
              </a:ext>
            </a:extLst>
          </p:cNvPr>
          <p:cNvCxnSpPr>
            <a:cxnSpLocks/>
          </p:cNvCxnSpPr>
          <p:nvPr/>
        </p:nvCxnSpPr>
        <p:spPr>
          <a:xfrm flipV="1">
            <a:off x="5501592" y="4789007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852F799-ED73-4C5A-86FA-987FF9CB0061}"/>
              </a:ext>
            </a:extLst>
          </p:cNvPr>
          <p:cNvSpPr/>
          <p:nvPr/>
        </p:nvSpPr>
        <p:spPr>
          <a:xfrm>
            <a:off x="6230212" y="4116760"/>
            <a:ext cx="1769922" cy="405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Angle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7A1DF9-6F1D-4533-8EC7-8C4E7A7E71AA}"/>
              </a:ext>
            </a:extLst>
          </p:cNvPr>
          <p:cNvSpPr/>
          <p:nvPr/>
        </p:nvSpPr>
        <p:spPr>
          <a:xfrm>
            <a:off x="6230211" y="4625877"/>
            <a:ext cx="1769923" cy="405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Torque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18B706-5846-4EA2-8CA9-825ED083ABCE}"/>
              </a:ext>
            </a:extLst>
          </p:cNvPr>
          <p:cNvCxnSpPr/>
          <p:nvPr/>
        </p:nvCxnSpPr>
        <p:spPr>
          <a:xfrm>
            <a:off x="5216843" y="949567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D50DFFB-1A91-44F4-92A5-BF5096F4CCF9}"/>
              </a:ext>
            </a:extLst>
          </p:cNvPr>
          <p:cNvSpPr/>
          <p:nvPr/>
        </p:nvSpPr>
        <p:spPr>
          <a:xfrm>
            <a:off x="5662307" y="422029"/>
            <a:ext cx="1396720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Conv2D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128 x (3x3)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3D805B-699E-4B6D-ABCA-9DDD8563CBE1}"/>
              </a:ext>
            </a:extLst>
          </p:cNvPr>
          <p:cNvCxnSpPr>
            <a:cxnSpLocks/>
          </p:cNvCxnSpPr>
          <p:nvPr/>
        </p:nvCxnSpPr>
        <p:spPr>
          <a:xfrm flipV="1">
            <a:off x="7120989" y="983059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E320CE5-8DE6-4C59-8BC3-7782FE6FFB8A}"/>
              </a:ext>
            </a:extLst>
          </p:cNvPr>
          <p:cNvSpPr txBox="1"/>
          <p:nvPr/>
        </p:nvSpPr>
        <p:spPr>
          <a:xfrm>
            <a:off x="7020506" y="51078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84ED0F-AB3B-4A09-A7C6-91B35CA5821B}"/>
              </a:ext>
            </a:extLst>
          </p:cNvPr>
          <p:cNvSpPr/>
          <p:nvPr/>
        </p:nvSpPr>
        <p:spPr>
          <a:xfrm>
            <a:off x="7814323" y="460543"/>
            <a:ext cx="988055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Batch Norm +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Drop Out (0.3)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B63612-0DB3-486E-92C7-7641F3599A74}"/>
              </a:ext>
            </a:extLst>
          </p:cNvPr>
          <p:cNvCxnSpPr/>
          <p:nvPr/>
        </p:nvCxnSpPr>
        <p:spPr>
          <a:xfrm>
            <a:off x="8886246" y="973009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BF2BC2E-3459-4815-A59A-99BF0BC6FCF4}"/>
              </a:ext>
            </a:extLst>
          </p:cNvPr>
          <p:cNvSpPr/>
          <p:nvPr/>
        </p:nvSpPr>
        <p:spPr>
          <a:xfrm>
            <a:off x="9331710" y="445471"/>
            <a:ext cx="1396720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Conv2D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128 x (3x3)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321324B-4AAB-4488-81CD-E12D0CF5C88F}"/>
              </a:ext>
            </a:extLst>
          </p:cNvPr>
          <p:cNvCxnSpPr>
            <a:cxnSpLocks/>
          </p:cNvCxnSpPr>
          <p:nvPr/>
        </p:nvCxnSpPr>
        <p:spPr>
          <a:xfrm flipV="1">
            <a:off x="10790392" y="1006501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622A01-C5F5-4527-9F60-84E93EA6F18D}"/>
              </a:ext>
            </a:extLst>
          </p:cNvPr>
          <p:cNvSpPr txBox="1"/>
          <p:nvPr/>
        </p:nvSpPr>
        <p:spPr>
          <a:xfrm>
            <a:off x="10689909" y="53422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992308-B3EA-4D38-B963-CFCCD0E040CE}"/>
              </a:ext>
            </a:extLst>
          </p:cNvPr>
          <p:cNvSpPr/>
          <p:nvPr/>
        </p:nvSpPr>
        <p:spPr>
          <a:xfrm>
            <a:off x="11483726" y="483985"/>
            <a:ext cx="988055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Batch Norm +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Drop Out (0.3)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1BE561-8456-4C57-9C2E-179A345B0D51}"/>
              </a:ext>
            </a:extLst>
          </p:cNvPr>
          <p:cNvCxnSpPr/>
          <p:nvPr/>
        </p:nvCxnSpPr>
        <p:spPr>
          <a:xfrm>
            <a:off x="2676190" y="2791062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BCEA10-2470-485B-B9E5-4E0EFF46A164}"/>
              </a:ext>
            </a:extLst>
          </p:cNvPr>
          <p:cNvCxnSpPr/>
          <p:nvPr/>
        </p:nvCxnSpPr>
        <p:spPr>
          <a:xfrm>
            <a:off x="3933909" y="2791061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ED97925-BF45-485E-8133-485274F3E031}"/>
              </a:ext>
            </a:extLst>
          </p:cNvPr>
          <p:cNvSpPr/>
          <p:nvPr/>
        </p:nvSpPr>
        <p:spPr>
          <a:xfrm>
            <a:off x="6099408" y="2198100"/>
            <a:ext cx="988055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Batch Norm +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Drop Out (0.3)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A3865F-8AB9-4981-BAD4-86478BC78CC0}"/>
              </a:ext>
            </a:extLst>
          </p:cNvPr>
          <p:cNvCxnSpPr/>
          <p:nvPr/>
        </p:nvCxnSpPr>
        <p:spPr>
          <a:xfrm>
            <a:off x="7171331" y="2702196"/>
            <a:ext cx="4320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E6B7D0F-1696-455E-A2EE-761DE12721C3}"/>
              </a:ext>
            </a:extLst>
          </p:cNvPr>
          <p:cNvSpPr/>
          <p:nvPr/>
        </p:nvSpPr>
        <p:spPr>
          <a:xfrm>
            <a:off x="7644689" y="2169749"/>
            <a:ext cx="1000604" cy="10952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Dense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(128)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167372B-AA5D-4C7B-8B88-924D0BA20391}"/>
              </a:ext>
            </a:extLst>
          </p:cNvPr>
          <p:cNvCxnSpPr>
            <a:cxnSpLocks/>
          </p:cNvCxnSpPr>
          <p:nvPr/>
        </p:nvCxnSpPr>
        <p:spPr>
          <a:xfrm flipV="1">
            <a:off x="8745776" y="2750876"/>
            <a:ext cx="631372" cy="1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24E865C-79B9-4BA9-819B-B8FE262B21FF}"/>
              </a:ext>
            </a:extLst>
          </p:cNvPr>
          <p:cNvSpPr txBox="1"/>
          <p:nvPr/>
        </p:nvSpPr>
        <p:spPr>
          <a:xfrm>
            <a:off x="8645293" y="227860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6A0206-6A9C-4F96-B76E-416544B1E1D6}"/>
              </a:ext>
            </a:extLst>
          </p:cNvPr>
          <p:cNvSpPr/>
          <p:nvPr/>
        </p:nvSpPr>
        <p:spPr>
          <a:xfrm>
            <a:off x="9383523" y="2149201"/>
            <a:ext cx="988055" cy="10952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Batch Norm +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Drop Out (0.3)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408AA85-B196-4E52-BE66-E7A4678FD701}"/>
              </a:ext>
            </a:extLst>
          </p:cNvPr>
          <p:cNvCxnSpPr>
            <a:cxnSpLocks/>
            <a:stCxn id="39" idx="2"/>
            <a:endCxn id="11" idx="0"/>
          </p:cNvCxnSpPr>
          <p:nvPr/>
        </p:nvCxnSpPr>
        <p:spPr>
          <a:xfrm rot="5400000">
            <a:off x="6586435" y="-3138181"/>
            <a:ext cx="673883" cy="10108756"/>
          </a:xfrm>
          <a:prstGeom prst="bentConnector3">
            <a:avLst>
              <a:gd name="adj1" fmla="val 32604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4CD8A7C2-9648-48C7-941B-CFE019F6EE33}"/>
              </a:ext>
            </a:extLst>
          </p:cNvPr>
          <p:cNvCxnSpPr>
            <a:cxnSpLocks/>
            <a:stCxn id="51" idx="2"/>
            <a:endCxn id="18" idx="0"/>
          </p:cNvCxnSpPr>
          <p:nvPr/>
        </p:nvCxnSpPr>
        <p:spPr>
          <a:xfrm rot="5400000">
            <a:off x="6877219" y="973968"/>
            <a:ext cx="729829" cy="5270836"/>
          </a:xfrm>
          <a:prstGeom prst="bentConnector3">
            <a:avLst>
              <a:gd name="adj1" fmla="val 3715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06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3EC08-FBC8-4925-9CAA-B5DA840E634B}"/>
              </a:ext>
            </a:extLst>
          </p:cNvPr>
          <p:cNvSpPr/>
          <p:nvPr/>
        </p:nvSpPr>
        <p:spPr>
          <a:xfrm>
            <a:off x="6720788" y="910859"/>
            <a:ext cx="1769922" cy="405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0E7D9-A490-4973-A88D-814EA672F31D}"/>
              </a:ext>
            </a:extLst>
          </p:cNvPr>
          <p:cNvSpPr/>
          <p:nvPr/>
        </p:nvSpPr>
        <p:spPr>
          <a:xfrm>
            <a:off x="6720787" y="1419976"/>
            <a:ext cx="1769923" cy="405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Torque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73102-BCE0-40BC-98A6-FFBC509161EC}"/>
              </a:ext>
            </a:extLst>
          </p:cNvPr>
          <p:cNvSpPr txBox="1"/>
          <p:nvPr/>
        </p:nvSpPr>
        <p:spPr>
          <a:xfrm>
            <a:off x="446888" y="941390"/>
            <a:ext cx="159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Conventional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MSE Loss: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1F767-9952-4180-9056-F8AE9ECD3EDC}"/>
              </a:ext>
            </a:extLst>
          </p:cNvPr>
          <p:cNvSpPr txBox="1"/>
          <p:nvPr/>
        </p:nvSpPr>
        <p:spPr>
          <a:xfrm>
            <a:off x="6942746" y="49964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AE092-0A97-4D7C-9E4B-D0D6655EEDCF}"/>
              </a:ext>
            </a:extLst>
          </p:cNvPr>
          <p:cNvSpPr txBox="1"/>
          <p:nvPr/>
        </p:nvSpPr>
        <p:spPr>
          <a:xfrm>
            <a:off x="4574755" y="530977"/>
            <a:ext cx="15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834F4-1EAF-40D3-AE07-B7B666584E3D}"/>
              </a:ext>
            </a:extLst>
          </p:cNvPr>
          <p:cNvSpPr/>
          <p:nvPr/>
        </p:nvSpPr>
        <p:spPr>
          <a:xfrm>
            <a:off x="4481943" y="910859"/>
            <a:ext cx="1769922" cy="4051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8E3EDD-830E-478F-9F8C-8058E9BB1A73}"/>
              </a:ext>
            </a:extLst>
          </p:cNvPr>
          <p:cNvSpPr/>
          <p:nvPr/>
        </p:nvSpPr>
        <p:spPr>
          <a:xfrm>
            <a:off x="4481942" y="1419976"/>
            <a:ext cx="1769923" cy="4051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Torque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107C4-F2CC-41A0-9D09-4D9469CF4CDB}"/>
              </a:ext>
            </a:extLst>
          </p:cNvPr>
          <p:cNvSpPr txBox="1"/>
          <p:nvPr/>
        </p:nvSpPr>
        <p:spPr>
          <a:xfrm>
            <a:off x="3448361" y="762037"/>
            <a:ext cx="550984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imHei" panose="020B0503020204020204" pitchFamily="49" charset="-122"/>
                <a:ea typeface="SimHei" panose="020B0503020204020204" pitchFamily="49" charset="-122"/>
              </a:rPr>
              <a:t> </a:t>
            </a:r>
            <a:r>
              <a:rPr lang="el-GR" sz="6600" b="0" i="0" dirty="0">
                <a:solidFill>
                  <a:srgbClr val="001D35"/>
                </a:solidFill>
                <a:effectLst/>
              </a:rPr>
              <a:t>Σ</a:t>
            </a:r>
            <a:r>
              <a:rPr lang="en-US" sz="6600" dirty="0"/>
              <a:t>(        </a:t>
            </a:r>
            <a:r>
              <a:rPr lang="en-US" sz="2000" dirty="0"/>
              <a:t> </a:t>
            </a:r>
            <a:r>
              <a:rPr lang="en-US" sz="6600" dirty="0"/>
              <a:t>-        )</a:t>
            </a:r>
            <a:endParaRPr lang="en-US" sz="6600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BE35A-2D65-4204-B56C-2BD8D54F7F53}"/>
              </a:ext>
            </a:extLst>
          </p:cNvPr>
          <p:cNvSpPr txBox="1"/>
          <p:nvPr/>
        </p:nvSpPr>
        <p:spPr>
          <a:xfrm>
            <a:off x="8646727" y="7441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E5A6F-A533-427E-8523-77A5B71DFF32}"/>
              </a:ext>
            </a:extLst>
          </p:cNvPr>
          <p:cNvSpPr txBox="1"/>
          <p:nvPr/>
        </p:nvSpPr>
        <p:spPr>
          <a:xfrm>
            <a:off x="189841" y="2415709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Physics Informed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Loss: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4E5B49-E649-45DF-974E-BC7A9DC62D56}"/>
              </a:ext>
            </a:extLst>
          </p:cNvPr>
          <p:cNvSpPr txBox="1"/>
          <p:nvPr/>
        </p:nvSpPr>
        <p:spPr>
          <a:xfrm>
            <a:off x="3744442" y="69766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430B3-020B-46CF-AF6B-B5550BF5C2E3}"/>
              </a:ext>
            </a:extLst>
          </p:cNvPr>
          <p:cNvSpPr txBox="1"/>
          <p:nvPr/>
        </p:nvSpPr>
        <p:spPr>
          <a:xfrm>
            <a:off x="3648527" y="155853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=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39F58-620F-424A-8C3B-E0861EC030C1}"/>
              </a:ext>
            </a:extLst>
          </p:cNvPr>
          <p:cNvSpPr txBox="1"/>
          <p:nvPr/>
        </p:nvSpPr>
        <p:spPr>
          <a:xfrm>
            <a:off x="3221173" y="921870"/>
            <a:ext cx="407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  <a:p>
            <a:pPr algn="ctr"/>
            <a:r>
              <a:rPr lang="en-US" sz="2400" dirty="0"/>
              <a:t>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0B3AAC-377B-4494-B15E-CA70262B1B76}"/>
              </a:ext>
            </a:extLst>
          </p:cNvPr>
          <p:cNvCxnSpPr/>
          <p:nvPr/>
        </p:nvCxnSpPr>
        <p:spPr>
          <a:xfrm>
            <a:off x="3270719" y="1337368"/>
            <a:ext cx="3195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003C30-6D4B-4651-AE0D-FD21523B50FC}"/>
              </a:ext>
            </a:extLst>
          </p:cNvPr>
          <p:cNvSpPr txBox="1"/>
          <p:nvPr/>
        </p:nvSpPr>
        <p:spPr>
          <a:xfrm>
            <a:off x="1821615" y="3105136"/>
            <a:ext cx="935544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M(     )     </a:t>
            </a:r>
            <a:r>
              <a:rPr lang="en-US" sz="2000" dirty="0"/>
              <a:t> </a:t>
            </a:r>
            <a:r>
              <a:rPr lang="en-US" sz="6600" dirty="0"/>
              <a:t>+C(     </a:t>
            </a:r>
            <a:r>
              <a:rPr lang="en-US" sz="800" dirty="0"/>
              <a:t> </a:t>
            </a:r>
            <a:r>
              <a:rPr lang="en-US" sz="6600" dirty="0"/>
              <a:t>,    </a:t>
            </a:r>
            <a:r>
              <a:rPr lang="en-US" sz="4400" dirty="0"/>
              <a:t> </a:t>
            </a:r>
            <a:r>
              <a:rPr lang="en-US" sz="6600" dirty="0"/>
              <a:t>)     </a:t>
            </a:r>
            <a:r>
              <a:rPr lang="en-US" sz="2400" dirty="0"/>
              <a:t> </a:t>
            </a:r>
          </a:p>
          <a:p>
            <a:r>
              <a:rPr lang="en-US" sz="6600" dirty="0"/>
              <a:t>     +G(     )-        -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741FD-75E9-47A5-8915-AD00E69F31DE}"/>
              </a:ext>
            </a:extLst>
          </p:cNvPr>
          <p:cNvSpPr/>
          <p:nvPr/>
        </p:nvSpPr>
        <p:spPr>
          <a:xfrm>
            <a:off x="2888012" y="3901403"/>
            <a:ext cx="1172414" cy="2064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2F139F-0B97-4BF6-B78A-6015E1E69F6C}"/>
              </a:ext>
            </a:extLst>
          </p:cNvPr>
          <p:cNvSpPr/>
          <p:nvPr/>
        </p:nvSpPr>
        <p:spPr>
          <a:xfrm>
            <a:off x="2888012" y="3631545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616E86-3867-4F68-A656-AEB574197270}"/>
              </a:ext>
            </a:extLst>
          </p:cNvPr>
          <p:cNvSpPr/>
          <p:nvPr/>
        </p:nvSpPr>
        <p:spPr>
          <a:xfrm>
            <a:off x="2888012" y="3353310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57A25-A909-465F-BA65-1A3D727212A3}"/>
              </a:ext>
            </a:extLst>
          </p:cNvPr>
          <p:cNvSpPr/>
          <p:nvPr/>
        </p:nvSpPr>
        <p:spPr>
          <a:xfrm>
            <a:off x="4367260" y="3902390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3E0DC1-B6EC-49AD-836A-70262C3422C4}"/>
              </a:ext>
            </a:extLst>
          </p:cNvPr>
          <p:cNvSpPr/>
          <p:nvPr/>
        </p:nvSpPr>
        <p:spPr>
          <a:xfrm>
            <a:off x="4367260" y="3632532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C5A724-B210-4D63-A86E-39CBD0B7DA40}"/>
              </a:ext>
            </a:extLst>
          </p:cNvPr>
          <p:cNvSpPr/>
          <p:nvPr/>
        </p:nvSpPr>
        <p:spPr>
          <a:xfrm>
            <a:off x="4367260" y="3354297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F2209-5E8A-4AF3-B504-99DCCE9E7B5A}"/>
              </a:ext>
            </a:extLst>
          </p:cNvPr>
          <p:cNvSpPr/>
          <p:nvPr/>
        </p:nvSpPr>
        <p:spPr>
          <a:xfrm>
            <a:off x="8320855" y="3919231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CF6F30-2EBB-4930-8D48-AC627F7DD65A}"/>
              </a:ext>
            </a:extLst>
          </p:cNvPr>
          <p:cNvSpPr/>
          <p:nvPr/>
        </p:nvSpPr>
        <p:spPr>
          <a:xfrm>
            <a:off x="8320855" y="3649373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C1F11C-4551-4AAE-A44F-16DE33DEF23B}"/>
              </a:ext>
            </a:extLst>
          </p:cNvPr>
          <p:cNvSpPr/>
          <p:nvPr/>
        </p:nvSpPr>
        <p:spPr>
          <a:xfrm>
            <a:off x="8320855" y="3371138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3BB6AB-6187-4305-A4C8-BC1BFE377A8F}"/>
              </a:ext>
            </a:extLst>
          </p:cNvPr>
          <p:cNvSpPr/>
          <p:nvPr/>
        </p:nvSpPr>
        <p:spPr>
          <a:xfrm>
            <a:off x="8431475" y="4534524"/>
            <a:ext cx="1769923" cy="405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Torque</a:t>
            </a:r>
            <a:r>
              <a:rPr lang="en-US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BCCFB1-460D-4376-B155-DDDDB563E5FA}"/>
              </a:ext>
            </a:extLst>
          </p:cNvPr>
          <p:cNvSpPr/>
          <p:nvPr/>
        </p:nvSpPr>
        <p:spPr>
          <a:xfrm>
            <a:off x="6291601" y="4493845"/>
            <a:ext cx="1769923" cy="5689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Ankle External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Torque</a:t>
            </a:r>
            <a:r>
              <a:rPr lang="en-US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F78090-C286-4483-9230-612E2CAD57C8}"/>
              </a:ext>
            </a:extLst>
          </p:cNvPr>
          <p:cNvSpPr/>
          <p:nvPr/>
        </p:nvSpPr>
        <p:spPr>
          <a:xfrm>
            <a:off x="6995378" y="3919231"/>
            <a:ext cx="1172414" cy="2064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ECA84-8E03-4195-8E59-FACB0AD070D1}"/>
              </a:ext>
            </a:extLst>
          </p:cNvPr>
          <p:cNvSpPr/>
          <p:nvPr/>
        </p:nvSpPr>
        <p:spPr>
          <a:xfrm>
            <a:off x="6995378" y="3649373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57845A-9298-491F-832E-15BCC7B60920}"/>
              </a:ext>
            </a:extLst>
          </p:cNvPr>
          <p:cNvSpPr/>
          <p:nvPr/>
        </p:nvSpPr>
        <p:spPr>
          <a:xfrm>
            <a:off x="6995378" y="3371138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0D88A6-49DE-4EB0-B9AB-B8FC14629146}"/>
              </a:ext>
            </a:extLst>
          </p:cNvPr>
          <p:cNvSpPr/>
          <p:nvPr/>
        </p:nvSpPr>
        <p:spPr>
          <a:xfrm>
            <a:off x="9777769" y="3898388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3995CE-B15C-41D5-A83E-1BB1C02D78DA}"/>
              </a:ext>
            </a:extLst>
          </p:cNvPr>
          <p:cNvSpPr/>
          <p:nvPr/>
        </p:nvSpPr>
        <p:spPr>
          <a:xfrm>
            <a:off x="9777769" y="3628530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732659-0E74-4D0D-8023-A181AAE536C0}"/>
              </a:ext>
            </a:extLst>
          </p:cNvPr>
          <p:cNvSpPr/>
          <p:nvPr/>
        </p:nvSpPr>
        <p:spPr>
          <a:xfrm>
            <a:off x="9777769" y="3350295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D8BC6E-BD2C-458A-9FEE-B5438E59EBBE}"/>
              </a:ext>
            </a:extLst>
          </p:cNvPr>
          <p:cNvSpPr/>
          <p:nvPr/>
        </p:nvSpPr>
        <p:spPr>
          <a:xfrm>
            <a:off x="4494988" y="4903734"/>
            <a:ext cx="1172414" cy="2064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6387F6-1296-4D93-A78E-E4556191E3E6}"/>
              </a:ext>
            </a:extLst>
          </p:cNvPr>
          <p:cNvSpPr/>
          <p:nvPr/>
        </p:nvSpPr>
        <p:spPr>
          <a:xfrm>
            <a:off x="4494988" y="4633876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Knee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09A2AB-CBC8-4B12-8442-9F763DB57812}"/>
              </a:ext>
            </a:extLst>
          </p:cNvPr>
          <p:cNvSpPr/>
          <p:nvPr/>
        </p:nvSpPr>
        <p:spPr>
          <a:xfrm>
            <a:off x="4494988" y="4355641"/>
            <a:ext cx="1172414" cy="2064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Angle</a:t>
            </a:r>
            <a:r>
              <a:rPr lang="en-US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5007A5-1D6B-45AE-986E-0BE5A077BF3E}"/>
              </a:ext>
            </a:extLst>
          </p:cNvPr>
          <p:cNvSpPr txBox="1"/>
          <p:nvPr/>
        </p:nvSpPr>
        <p:spPr>
          <a:xfrm>
            <a:off x="523900" y="3247882"/>
            <a:ext cx="111011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imHei" panose="020B0503020204020204" pitchFamily="49" charset="-122"/>
                <a:ea typeface="SimHei" panose="020B0503020204020204" pitchFamily="49" charset="-122"/>
              </a:rPr>
              <a:t> </a:t>
            </a:r>
            <a:r>
              <a:rPr lang="el-GR" sz="9600" b="0" i="0" dirty="0">
                <a:solidFill>
                  <a:srgbClr val="001D35"/>
                </a:solidFill>
                <a:effectLst/>
              </a:rPr>
              <a:t>Σ</a:t>
            </a:r>
            <a:r>
              <a:rPr lang="en-US" sz="9600" dirty="0"/>
              <a:t>(                           )</a:t>
            </a:r>
            <a:endParaRPr lang="en-US" sz="9600" baseline="30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2A7B64-FF37-4D2E-B2FA-26AEA017A23A}"/>
              </a:ext>
            </a:extLst>
          </p:cNvPr>
          <p:cNvSpPr txBox="1"/>
          <p:nvPr/>
        </p:nvSpPr>
        <p:spPr>
          <a:xfrm>
            <a:off x="11297907" y="335029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824A75-A629-4FAB-9465-989EBF0F23C3}"/>
              </a:ext>
            </a:extLst>
          </p:cNvPr>
          <p:cNvSpPr txBox="1"/>
          <p:nvPr/>
        </p:nvSpPr>
        <p:spPr>
          <a:xfrm>
            <a:off x="938887" y="3246809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56EBC6-4627-42D4-A4AA-B73734C64820}"/>
              </a:ext>
            </a:extLst>
          </p:cNvPr>
          <p:cNvSpPr txBox="1"/>
          <p:nvPr/>
        </p:nvSpPr>
        <p:spPr>
          <a:xfrm>
            <a:off x="783393" y="4398973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=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CEEE6B-1E71-412E-87B9-83C6A842764C}"/>
              </a:ext>
            </a:extLst>
          </p:cNvPr>
          <p:cNvSpPr txBox="1"/>
          <p:nvPr/>
        </p:nvSpPr>
        <p:spPr>
          <a:xfrm>
            <a:off x="307771" y="3483858"/>
            <a:ext cx="4812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  <a:p>
            <a:pPr algn="ctr"/>
            <a:r>
              <a:rPr lang="en-US" sz="3200" dirty="0"/>
              <a:t>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B0BDCF-F975-4903-97D3-CBB266BE79AD}"/>
              </a:ext>
            </a:extLst>
          </p:cNvPr>
          <p:cNvCxnSpPr/>
          <p:nvPr/>
        </p:nvCxnSpPr>
        <p:spPr>
          <a:xfrm>
            <a:off x="354739" y="4032712"/>
            <a:ext cx="38728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7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189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SimHei</vt:lpstr>
      <vt:lpstr>Arial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Oliver</dc:creator>
  <cp:lastModifiedBy>Suzanne Oliver</cp:lastModifiedBy>
  <cp:revision>9</cp:revision>
  <dcterms:created xsi:type="dcterms:W3CDTF">2025-04-30T19:48:04Z</dcterms:created>
  <dcterms:modified xsi:type="dcterms:W3CDTF">2025-04-30T21:42:11Z</dcterms:modified>
</cp:coreProperties>
</file>